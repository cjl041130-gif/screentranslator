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80823b13cd4920" /><Relationship Type="http://schemas.openxmlformats.org/officeDocument/2006/relationships/extended-properties" Target="/docProps/app.xml" Id="R9753cc20378d45ef" /><Relationship Type="http://schemas.openxmlformats.org/officeDocument/2006/relationships/officeDocument" Target="/ppt/presentation.xml" Id="Rc1d2729dc66a45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8a3e58b6644a88"/>
  </p:sldMasterIdLst>
  <p:notesMasterIdLst>
    <p:notesMasterId xmlns:r="http://schemas.openxmlformats.org/officeDocument/2006/relationships" r:id="R1b1065ca26554ab5"/>
  </p:notesMasterIdLst>
  <p:sldIdLst>
    <p:sldId xmlns:r="http://schemas.openxmlformats.org/officeDocument/2006/relationships" id="256" r:id="Rfd7cf8176c9742c9"/>
    <p:sldId xmlns:r="http://schemas.openxmlformats.org/officeDocument/2006/relationships" id="257" r:id="R262a9430e6824762"/>
    <p:sldId xmlns:r="http://schemas.openxmlformats.org/officeDocument/2006/relationships" id="258" r:id="Rfeba623044554532"/>
    <p:sldId xmlns:r="http://schemas.openxmlformats.org/officeDocument/2006/relationships" id="259" r:id="R301675408a0b4339"/>
    <p:sldId xmlns:r="http://schemas.openxmlformats.org/officeDocument/2006/relationships" id="260" r:id="R7d2b9f289dc24456"/>
    <p:sldId xmlns:r="http://schemas.openxmlformats.org/officeDocument/2006/relationships" id="261" r:id="R0e3c98ae99bd46f6"/>
    <p:sldId xmlns:r="http://schemas.openxmlformats.org/officeDocument/2006/relationships" id="262" r:id="R3358eb443afb4af0"/>
    <p:sldId xmlns:r="http://schemas.openxmlformats.org/officeDocument/2006/relationships" id="263" r:id="R2c62ae51fa794bc0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aaf07ab36a44c8" /><Relationship Type="http://schemas.openxmlformats.org/officeDocument/2006/relationships/slideMaster" Target="/ppt/slideMasters/slideMaster1.xml" Id="Rac8a3e58b6644a88" /><Relationship Type="http://schemas.openxmlformats.org/officeDocument/2006/relationships/notesMaster" Target="/ppt/notesMasters/notesMaster1.xml" Id="R1b1065ca26554ab5" /><Relationship Type="http://schemas.openxmlformats.org/officeDocument/2006/relationships/presProps" Target="/ppt/presProps.xml" Id="R13cfd0f75d014b41" /><Relationship Type="http://schemas.openxmlformats.org/officeDocument/2006/relationships/tableStyles" Target="/ppt/tableStyles.xml" Id="R7f5caa1a25234c9f" /><Relationship Type="http://schemas.openxmlformats.org/officeDocument/2006/relationships/slide" Target="/ppt/slides/slide1.xml" Id="Rfd7cf8176c9742c9" /><Relationship Type="http://schemas.openxmlformats.org/officeDocument/2006/relationships/slide" Target="/ppt/slides/slide2.xml" Id="R262a9430e6824762" /><Relationship Type="http://schemas.openxmlformats.org/officeDocument/2006/relationships/slide" Target="/ppt/slides/slide3.xml" Id="Rfeba623044554532" /><Relationship Type="http://schemas.openxmlformats.org/officeDocument/2006/relationships/slide" Target="/ppt/slides/slide4.xml" Id="R301675408a0b4339" /><Relationship Type="http://schemas.openxmlformats.org/officeDocument/2006/relationships/slide" Target="/ppt/slides/slide5.xml" Id="R7d2b9f289dc24456" /><Relationship Type="http://schemas.openxmlformats.org/officeDocument/2006/relationships/slide" Target="/ppt/slides/slide6.xml" Id="R0e3c98ae99bd46f6" /><Relationship Type="http://schemas.openxmlformats.org/officeDocument/2006/relationships/slide" Target="/ppt/slides/slide7.xml" Id="R3358eb443afb4af0" /><Relationship Type="http://schemas.openxmlformats.org/officeDocument/2006/relationships/slide" Target="/ppt/slides/slide8.xml" Id="R2c62ae51fa794b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8d53ce7d5e4d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b4388774d04f1a" /><Relationship Type="http://schemas.openxmlformats.org/officeDocument/2006/relationships/notesMaster" Target="/ppt/notesMasters/notesMaster1.xml" Id="Red8405a5f1c44f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46668999c9491e" /><Relationship Type="http://schemas.openxmlformats.org/officeDocument/2006/relationships/notesMaster" Target="/ppt/notesMasters/notesMaster1.xml" Id="Rcdbccbf6a8d448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d8dcdc92fe4315" /><Relationship Type="http://schemas.openxmlformats.org/officeDocument/2006/relationships/notesMaster" Target="/ppt/notesMasters/notesMaster1.xml" Id="Rb73297ef2b3549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d95f3a34d54c21" /><Relationship Type="http://schemas.openxmlformats.org/officeDocument/2006/relationships/notesMaster" Target="/ppt/notesMasters/notesMaster1.xml" Id="Rdca8cadc5e60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34c7514a544ac1" /><Relationship Type="http://schemas.openxmlformats.org/officeDocument/2006/relationships/notesMaster" Target="/ppt/notesMasters/notesMaster1.xml" Id="R4bc18d704fb7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9dee1bbfe24e41" /><Relationship Type="http://schemas.openxmlformats.org/officeDocument/2006/relationships/notesMaster" Target="/ppt/notesMasters/notesMaster1.xml" Id="Rd8fd54cf1e6849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b0464ac8b9455b" /><Relationship Type="http://schemas.openxmlformats.org/officeDocument/2006/relationships/notesMaster" Target="/ppt/notesMasters/notesMaster1.xml" Id="R37ea188f32484f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e9dd875f6b4a9b" /><Relationship Type="http://schemas.openxmlformats.org/officeDocument/2006/relationships/notesMaster" Target="/ppt/notesMasters/notesMaster1.xml" Id="Rbd73f92144574d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0b015a8c045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9251820e9f499a" /><Relationship Type="http://schemas.openxmlformats.org/officeDocument/2006/relationships/slideLayout" Target="/ppt/slideLayouts/slideLayout1.xml" Id="R8d75334076294c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5334076294c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3f28c7ac341d7" /><Relationship Type="http://schemas.openxmlformats.org/officeDocument/2006/relationships/notesSlide" Target="/ppt/notesSlides/notesSlide1.xml" Id="Rae04dd6989084d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ccd3a82634b84" /><Relationship Type="http://schemas.openxmlformats.org/officeDocument/2006/relationships/notesSlide" Target="/ppt/notesSlides/notesSlide2.xml" Id="R69d89f4c16424b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ab6a7c69f4fbb" /><Relationship Type="http://schemas.openxmlformats.org/officeDocument/2006/relationships/notesSlide" Target="/ppt/notesSlides/notesSlide3.xml" Id="R78fc98db3f264f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50b40f8e24a1b" /><Relationship Type="http://schemas.openxmlformats.org/officeDocument/2006/relationships/chart" Target="/ppt/slides/charts/chart1.xml" Id="R1b97f15d50d546a3" /><Relationship Type="http://schemas.openxmlformats.org/officeDocument/2006/relationships/image" Target="/ppt/media/image.png" Id="Rf0639d475e0347cb" /><Relationship Type="http://schemas.openxmlformats.org/officeDocument/2006/relationships/notesSlide" Target="/ppt/notesSlides/notesSlide4.xml" Id="R9b3fd5e07ca64b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3e91abc754326" /><Relationship Type="http://schemas.openxmlformats.org/officeDocument/2006/relationships/notesSlide" Target="/ppt/notesSlides/notesSlide5.xml" Id="R6f58b4c8e03c4c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aaf89101f42f1" /><Relationship Type="http://schemas.openxmlformats.org/officeDocument/2006/relationships/notesSlide" Target="/ppt/notesSlides/notesSlide6.xml" Id="Rdafaf238a3c94d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3dcb8945b4151" /><Relationship Type="http://schemas.openxmlformats.org/officeDocument/2006/relationships/chart" Target="/ppt/slides/charts/chart2.xml" Id="R574a814a2eb046f8" /><Relationship Type="http://schemas.openxmlformats.org/officeDocument/2006/relationships/image" Target="/ppt/media/image2.png" Id="R323d97d4a7174760" /><Relationship Type="http://schemas.openxmlformats.org/officeDocument/2006/relationships/notesSlide" Target="/ppt/notesSlides/notesSlide7.xml" Id="Rcc7300f34df942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f136308764da0" /><Relationship Type="http://schemas.openxmlformats.org/officeDocument/2006/relationships/chart" Target="/ppt/slides/charts/chart3.xml" Id="R8dc9afc280b44b41" /><Relationship Type="http://schemas.openxmlformats.org/officeDocument/2006/relationships/notesSlide" Target="/ppt/notesSlides/notesSlide8.xml" Id="Rbd0331009f314a2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Synthetic data</c:v>
          </c:tx>
          <c:spPr>
            <a:solidFill xmlns:a="http://schemas.openxmlformats.org/drawingml/2006/main">
              <a:srgbClr val="41A9C4"/>
            </a:solidFill>
          </c:spPr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Synthetic data</c:v>
          </c:tx>
          <c:spPr>
            <a:solidFill xmlns:a="http://schemas.openxmlformats.org/drawingml/2006/main">
              <a:srgbClr val="41A9C4"/>
            </a:solidFill>
          </c:spPr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Synthetic data</c:v>
          </c:tx>
          <c:spPr>
            <a:solidFill xmlns:a="http://schemas.openxmlformats.org/drawingml/2006/main">
              <a:srgbClr val="41A9C4"/>
            </a:solidFill>
          </c:spPr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054E9-66B2-4EFD-916C-E073AE64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White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331CE-C7F6-417E-87CD-EE8E23F5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42735"/>
                </a:solidFill>
                <a:latin typeface="Arial"/>
                <a:ea typeface="Arial"/>
                <a:cs typeface="Arial"/>
              </a:rPr>
              <a:t>ScreenTranslator local visual test</a:t>
            </a:r>
          </a:p>
          <a:p xmlns:a="http://schemas.openxmlformats.org/drawingml/2006/main">
            <a:pPr>
              <a:defRPr sz="22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42735"/>
                </a:solidFill>
                <a:latin typeface="Arial"/>
                <a:ea typeface="Arial"/>
                <a:cs typeface="Arial"/>
              </a:rPr>
              <a:t>Automatic page location</a:t>
            </a:r>
          </a:p>
        </p:txBody>
      </p:sp>
    </p:spTree>
    <p:extLst>
      <p:ext uri="{BB962C8B-B14F-4D97-AF65-F5344CB8AC3E}">
        <p14:creationId xmlns:p14="http://schemas.microsoft.com/office/powerpoint/2010/main" val="2100643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319CC-C8D2-4687-A36A-A200E4A1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Dark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718F4-BB39-4570-B426-D1FAF337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ScreenTranslator local visual test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Automatic page location</a:t>
            </a:r>
          </a:p>
        </p:txBody>
      </p:sp>
    </p:spTree>
    <p:extLst>
      <p:ext uri="{BB962C8B-B14F-4D97-AF65-F5344CB8AC3E}">
        <p14:creationId xmlns:p14="http://schemas.microsoft.com/office/powerpoint/2010/main" val="7544756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8789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0F2C8-4AA2-4307-971E-466751DB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Colour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33CDA-EC13-40D8-959F-118C2246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ScreenTranslator local visual test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Automatic page location</a:t>
            </a:r>
          </a:p>
        </p:txBody>
      </p:sp>
    </p:spTree>
    <p:extLst>
      <p:ext uri="{BB962C8B-B14F-4D97-AF65-F5344CB8AC3E}">
        <p14:creationId xmlns:p14="http://schemas.microsoft.com/office/powerpoint/2010/main" val="378048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B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75AF7-1E58-4872-A5B2-3C8FF99B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Image background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620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97f15d50d546a3"/>
          </a:graphicData>
        </a:graphic>
      </p:graphicFrame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39d475e0347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19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29ED2-DD71-4CB6-8C49-2897A65F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Text density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23F10-5E62-4213-9741-6D73A350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924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1.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2.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3.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4.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5.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6.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7.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8. The page remains in the same position.</a:t>
            </a:r>
          </a:p>
        </p:txBody>
      </p:sp>
    </p:spTree>
    <p:extLst>
      <p:ext uri="{BB962C8B-B14F-4D97-AF65-F5344CB8AC3E}">
        <p14:creationId xmlns:p14="http://schemas.microsoft.com/office/powerpoint/2010/main" val="820556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BD967-796E-42EC-AF76-578FE8A4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Short title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46697-1395-4C3A-A52C-D321668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42735"/>
                </a:solidFill>
                <a:latin typeface="Arial"/>
                <a:ea typeface="Arial"/>
                <a:cs typeface="Arial"/>
              </a:rPr>
              <a:t>A short sample</a:t>
            </a:r>
          </a:p>
        </p:txBody>
      </p:sp>
    </p:spTree>
    <p:extLst>
      <p:ext uri="{BB962C8B-B14F-4D97-AF65-F5344CB8AC3E}">
        <p14:creationId xmlns:p14="http://schemas.microsoft.com/office/powerpoint/2010/main" val="15887420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30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0C678-68E8-4B9A-B8BD-1F151AAE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 image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620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4a814a2eb046f8"/>
          </a:graphicData>
        </a:graphic>
      </p:graphicFrame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d97d4a71747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012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AE584-319F-450D-BFBB-A0001231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Chart page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620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c9afc280b44b41"/>
          </a:graphicData>
        </a:graphic>
      </p:graphicFrame>
    </p:spTree>
    <p:extLst>
      <p:ext uri="{BB962C8B-B14F-4D97-AF65-F5344CB8AC3E}">
        <p14:creationId xmlns:p14="http://schemas.microsoft.com/office/powerpoint/2010/main" val="1548940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2026-09-12T03:15:15.4750000Z</dcterms:created>
  <dcterms:modified xsi:type="dcterms:W3CDTF">2026-09-12T03:15:15.4750000Z</dcterms:modified>
</coreProperties>
</file>