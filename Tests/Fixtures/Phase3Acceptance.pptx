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1d0fb829d744a4" /><Relationship Type="http://schemas.openxmlformats.org/officeDocument/2006/relationships/extended-properties" Target="/docProps/app.xml" Id="R87b2660fc14b400e" /><Relationship Type="http://schemas.openxmlformats.org/officeDocument/2006/relationships/officeDocument" Target="/ppt/presentation.xml" Id="R94d7e1aba819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beba5650354b3a"/>
  </p:sldMasterIdLst>
  <p:notesMasterIdLst>
    <p:notesMasterId xmlns:r="http://schemas.openxmlformats.org/officeDocument/2006/relationships" r:id="R557d2bb212414c06"/>
  </p:notesMasterIdLst>
  <p:sldIdLst>
    <p:sldId xmlns:r="http://schemas.openxmlformats.org/officeDocument/2006/relationships" id="256" r:id="R9afe67f7f9624c90"/>
    <p:sldId xmlns:r="http://schemas.openxmlformats.org/officeDocument/2006/relationships" id="257" r:id="R9583bfc36d1046c4"/>
    <p:sldId xmlns:r="http://schemas.openxmlformats.org/officeDocument/2006/relationships" id="258" r:id="Re1c40d157a4845bd"/>
    <p:sldId xmlns:r="http://schemas.openxmlformats.org/officeDocument/2006/relationships" id="259" r:id="R7778e632922848b5"/>
    <p:sldId xmlns:r="http://schemas.openxmlformats.org/officeDocument/2006/relationships" id="260" r:id="R6599b950b0ad485b"/>
    <p:sldId xmlns:r="http://schemas.openxmlformats.org/officeDocument/2006/relationships" id="261" r:id="R38a7e816af2349a7"/>
    <p:sldId xmlns:r="http://schemas.openxmlformats.org/officeDocument/2006/relationships" id="262" r:id="R67947b3900c94309"/>
    <p:sldId xmlns:r="http://schemas.openxmlformats.org/officeDocument/2006/relationships" id="263" r:id="R69dbf307b92b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c9dc4ec2c4296" /><Relationship Type="http://schemas.openxmlformats.org/officeDocument/2006/relationships/slideMaster" Target="/ppt/slideMasters/slideMaster1.xml" Id="R1fbeba5650354b3a" /><Relationship Type="http://schemas.openxmlformats.org/officeDocument/2006/relationships/notesMaster" Target="/ppt/notesMasters/notesMaster1.xml" Id="R557d2bb212414c06" /><Relationship Type="http://schemas.openxmlformats.org/officeDocument/2006/relationships/presProps" Target="/ppt/presProps.xml" Id="Rd9a9a2177ef148b8" /><Relationship Type="http://schemas.openxmlformats.org/officeDocument/2006/relationships/tableStyles" Target="/ppt/tableStyles.xml" Id="Raf750094cd2049c3" /><Relationship Type="http://schemas.openxmlformats.org/officeDocument/2006/relationships/slide" Target="/ppt/slides/slide1.xml" Id="R9afe67f7f9624c90" /><Relationship Type="http://schemas.openxmlformats.org/officeDocument/2006/relationships/slide" Target="/ppt/slides/slide2.xml" Id="R9583bfc36d1046c4" /><Relationship Type="http://schemas.openxmlformats.org/officeDocument/2006/relationships/slide" Target="/ppt/slides/slide3.xml" Id="Re1c40d157a4845bd" /><Relationship Type="http://schemas.openxmlformats.org/officeDocument/2006/relationships/slide" Target="/ppt/slides/slide4.xml" Id="R7778e632922848b5" /><Relationship Type="http://schemas.openxmlformats.org/officeDocument/2006/relationships/slide" Target="/ppt/slides/slide5.xml" Id="R6599b950b0ad485b" /><Relationship Type="http://schemas.openxmlformats.org/officeDocument/2006/relationships/slide" Target="/ppt/slides/slide6.xml" Id="R38a7e816af2349a7" /><Relationship Type="http://schemas.openxmlformats.org/officeDocument/2006/relationships/slide" Target="/ppt/slides/slide7.xml" Id="R67947b3900c94309" /><Relationship Type="http://schemas.openxmlformats.org/officeDocument/2006/relationships/slide" Target="/ppt/slides/slide8.xml" Id="R69dbf307b92b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87023c652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afdd243fe34481" /><Relationship Type="http://schemas.openxmlformats.org/officeDocument/2006/relationships/notesMaster" Target="/ppt/notesMasters/notesMaster1.xml" Id="Rdf9be5cce55c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32f3dc1fd4d2b" /><Relationship Type="http://schemas.openxmlformats.org/officeDocument/2006/relationships/notesMaster" Target="/ppt/notesMasters/notesMaster1.xml" Id="R767b2940e6344d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a8f1626d7643b0" /><Relationship Type="http://schemas.openxmlformats.org/officeDocument/2006/relationships/notesMaster" Target="/ppt/notesMasters/notesMaster1.xml" Id="Raa63ea602c784a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19947a4f524e89" /><Relationship Type="http://schemas.openxmlformats.org/officeDocument/2006/relationships/notesMaster" Target="/ppt/notesMasters/notesMaster1.xml" Id="R9f232639512e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8e4acc4f3d4fed" /><Relationship Type="http://schemas.openxmlformats.org/officeDocument/2006/relationships/notesMaster" Target="/ppt/notesMasters/notesMaster1.xml" Id="R218f0f64a650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58f03379946c4" /><Relationship Type="http://schemas.openxmlformats.org/officeDocument/2006/relationships/notesMaster" Target="/ppt/notesMasters/notesMaster1.xml" Id="R6e467b9c13b34c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d23a579ef545c0" /><Relationship Type="http://schemas.openxmlformats.org/officeDocument/2006/relationships/notesMaster" Target="/ppt/notesMasters/notesMaster1.xml" Id="R53ae035f86e8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1e655090c14e3a" /><Relationship Type="http://schemas.openxmlformats.org/officeDocument/2006/relationships/notesMaster" Target="/ppt/notesMasters/notesMaster1.xml" Id="Rb4ae795fa75c4c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test material for region detection. No factual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8766eca69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0c0866eed545e0" /><Relationship Type="http://schemas.openxmlformats.org/officeDocument/2006/relationships/slideLayout" Target="/ppt/slideLayouts/slideLayout1.xml" Id="R3c174013dc09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174013dc09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9f9f712744ee8" /><Relationship Type="http://schemas.openxmlformats.org/officeDocument/2006/relationships/notesSlide" Target="/ppt/notesSlides/notesSlide1.xml" Id="R68fe9da4f84b48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d7b3c687e4b88" /><Relationship Type="http://schemas.openxmlformats.org/officeDocument/2006/relationships/notesSlide" Target="/ppt/notesSlides/notesSlide2.xml" Id="R1ae6d23cf4a3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bef77ac57414e" /><Relationship Type="http://schemas.openxmlformats.org/officeDocument/2006/relationships/notesSlide" Target="/ppt/notesSlides/notesSlide3.xml" Id="R751f69096f88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600a157247b1" /><Relationship Type="http://schemas.openxmlformats.org/officeDocument/2006/relationships/chart" Target="/ppt/slides/charts/chart1.xml" Id="R9825362d66104ea4" /><Relationship Type="http://schemas.openxmlformats.org/officeDocument/2006/relationships/image" Target="/ppt/media/image.png" Id="R5973c3e2515b4a62" /><Relationship Type="http://schemas.openxmlformats.org/officeDocument/2006/relationships/notesSlide" Target="/ppt/notesSlides/notesSlide4.xml" Id="Rbbca99fcee734d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feac8f8b847cb" /><Relationship Type="http://schemas.openxmlformats.org/officeDocument/2006/relationships/notesSlide" Target="/ppt/notesSlides/notesSlide5.xml" Id="R2bfdaf19ab1e4c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7e376b5c842e7" /><Relationship Type="http://schemas.openxmlformats.org/officeDocument/2006/relationships/notesSlide" Target="/ppt/notesSlides/notesSlide6.xml" Id="R3c9b25038981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788c282284630" /><Relationship Type="http://schemas.openxmlformats.org/officeDocument/2006/relationships/chart" Target="/ppt/slides/charts/chart2.xml" Id="R26294bb61ae545fd" /><Relationship Type="http://schemas.openxmlformats.org/officeDocument/2006/relationships/image" Target="/ppt/media/image2.png" Id="Rd25bfca3964f461c" /><Relationship Type="http://schemas.openxmlformats.org/officeDocument/2006/relationships/notesSlide" Target="/ppt/notesSlides/notesSlide7.xml" Id="R4f5ca9ea4168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4d61af3494059" /><Relationship Type="http://schemas.openxmlformats.org/officeDocument/2006/relationships/chart" Target="/ppt/slides/charts/chart3.xml" Id="Rc1ab1cdb915348f3" /><Relationship Type="http://schemas.openxmlformats.org/officeDocument/2006/relationships/notesSlide" Target="/ppt/notesSlides/notesSlide8.xml" Id="Racd729ef8ada41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Synthetic data</c:v>
          </c:tx>
          <c:spPr>
            <a:solidFill xmlns:a="http://schemas.openxmlformats.org/drawingml/2006/main">
              <a:srgbClr val="41A9C4"/>
            </a:solidFill>
          </c:spPr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</c:v>
                </c:pt>
                <c:pt idx="1">
                  <c:v>25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17E3-BEE3-4A61-88B8-C0FE6DD6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Artificial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459E5-A9D8-4B93-9822-EDDC50C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42735"/>
                </a:solidFill>
                <a:latin typeface="Arial"/>
                <a:ea typeface="Arial"/>
                <a:cs typeface="Arial"/>
              </a:rPr>
              <a:t>Machine Learning</a:t>
            </a:r>
          </a:p>
          <a:p xmlns:a="http://schemas.openxmlformats.org/drawingml/2006/main">
            <a:pPr>
              <a:defRPr sz="22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42735"/>
                </a:solidFill>
                <a:latin typeface="Arial"/>
                <a:ea typeface="Arial"/>
                <a:cs typeface="Arial"/>
              </a:rPr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061288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180DC-1D17-4912-8C99-A7174092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Dark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3EFB9-491F-428F-8F89-8CABECCC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939465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8789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64926-0B13-4939-9CD3-F037C46C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Colour 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8EAF5-9820-4B74-B911-23DEE018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ScreenTranslator local visual test</a:t>
            </a:r>
          </a:p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 page location</a:t>
            </a:r>
          </a:p>
        </p:txBody>
      </p:sp>
    </p:spTree>
    <p:extLst>
      <p:ext uri="{BB962C8B-B14F-4D97-AF65-F5344CB8AC3E}">
        <p14:creationId xmlns:p14="http://schemas.microsoft.com/office/powerpoint/2010/main" val="480367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B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A5A86-17AA-42C7-B80D-7D09A818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Image background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25362d66104ea4"/>
          </a:graphicData>
        </a:graphic>
      </p:graphicFrame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3c3e2515b4a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20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0261E-0CFC-4997-BBE1-D5BD3D7A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Text density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0C78B-A839-4DEA-B1F3-F90F3EF6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1.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2.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3.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4.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5.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6.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7. The page remains in the same position.</a:t>
            </a:r>
          </a:p>
          <a:p xmlns:a="http://schemas.openxmlformats.org/drawingml/2006/main">
            <a:pPr>
              <a:defRPr sz="18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735"/>
                </a:solidFill>
                <a:latin typeface="Arial"/>
                <a:ea typeface="Arial"/>
                <a:cs typeface="Arial"/>
              </a:rPr>
              <a:t>Test paragraph 8. The page remains in the same position.</a:t>
            </a:r>
          </a:p>
        </p:txBody>
      </p:sp>
    </p:spTree>
    <p:extLst>
      <p:ext uri="{BB962C8B-B14F-4D97-AF65-F5344CB8AC3E}">
        <p14:creationId xmlns:p14="http://schemas.microsoft.com/office/powerpoint/2010/main" val="1454700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8C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655EF-FF1B-4C99-BB20-75E6FC5B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Short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E4F79-65D2-442D-B5F4-162CAA47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42735"/>
                </a:solidFill>
                <a:latin typeface="Arial"/>
                <a:ea typeface="Arial"/>
                <a:cs typeface="Arial"/>
              </a:rPr>
              <a:t>A short sample</a:t>
            </a:r>
          </a:p>
        </p:txBody>
      </p:sp>
    </p:spTree>
    <p:extLst>
      <p:ext uri="{BB962C8B-B14F-4D97-AF65-F5344CB8AC3E}">
        <p14:creationId xmlns:p14="http://schemas.microsoft.com/office/powerpoint/2010/main" val="21361313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30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08CD-C82E-4653-A9A8-44BECD11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Full image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294bb61ae545fd"/>
          </a:graphicData>
        </a:graphic>
      </p:graphicFrame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bfca3964f46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80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8B70-1870-42D9-BEAD-51C50D7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142735"/>
                </a:solidFill>
                <a:latin typeface="Arial"/>
                <a:ea typeface="Arial"/>
                <a:cs typeface="Arial"/>
              </a:rPr>
              <a:t>Chart page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ab1cdb915348f3"/>
          </a:graphicData>
        </a:graphic>
      </p:graphicFrame>
    </p:spTree>
    <p:extLst>
      <p:ext uri="{BB962C8B-B14F-4D97-AF65-F5344CB8AC3E}">
        <p14:creationId xmlns:p14="http://schemas.microsoft.com/office/powerpoint/2010/main" val="7610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2026-09-12T03:15:11.2480000Z</dcterms:created>
  <dcterms:modified xsi:type="dcterms:W3CDTF">2026-09-12T03:15:11.2480000Z</dcterms:modified>
</coreProperties>
</file>